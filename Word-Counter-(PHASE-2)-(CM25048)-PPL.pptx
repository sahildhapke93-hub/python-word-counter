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72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Word Counter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Sahil </a:t>
            </a:r>
            <a:r>
              <a:rPr lang="en-I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Dhapke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[CM25048]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3046988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Counting words and letters by hand takes too much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make mistakes when counting long paragraphs manually.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to see which words are repeated again and again.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words like </a:t>
            </a:r>
            <a:r>
              <a:rPr lang="en-US" i="1" dirty="0"/>
              <a:t>is</a:t>
            </a:r>
            <a:r>
              <a:rPr lang="en-US" dirty="0"/>
              <a:t>, </a:t>
            </a:r>
            <a:r>
              <a:rPr lang="en-US" i="1" dirty="0"/>
              <a:t>the</a:t>
            </a:r>
            <a:r>
              <a:rPr lang="en-US" dirty="0"/>
              <a:t>, and </a:t>
            </a:r>
            <a:r>
              <a:rPr lang="en-US" i="1" dirty="0" err="1"/>
              <a:t>and</a:t>
            </a:r>
            <a:r>
              <a:rPr lang="en-US" dirty="0"/>
              <a:t> make the count confusing.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fast Python program to count everything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counts words and letters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paragraphs and sentences in any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count unique (different)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and show the most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users type text or load a .txt file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98598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type text or choose a text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Read and save the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 the text into lines, sentences, and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common words like </a:t>
            </a:r>
            <a:r>
              <a:rPr lang="en-US" i="1" dirty="0"/>
              <a:t>is</a:t>
            </a:r>
            <a:r>
              <a:rPr lang="en-US" dirty="0"/>
              <a:t> or </a:t>
            </a:r>
            <a:r>
              <a:rPr lang="en-US" i="1" dirty="0"/>
              <a:t>the</a:t>
            </a:r>
            <a:r>
              <a:rPr lang="en-US" dirty="0"/>
              <a:t> if requested.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 all letters, words, and repeated 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final numbers on the screen.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93378" y="1646380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sz="1400" dirty="0">
                <a:solidFill>
                  <a:schemeClr val="tx1"/>
                </a:solidFill>
              </a:rPr>
              <a:t>User Enters Text or Chooses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Break Text into Words and Sentences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47949" y="302179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Remove Common Stop Words 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Count Words, Letters, and Repeated Words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Show Results on Screen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31205" y="4922926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30334" y="2027380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8512A-1A41-9B94-EEEF-55038619E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71600"/>
            <a:ext cx="3733800" cy="38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15498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Text  </a:t>
            </a:r>
            <a:r>
              <a:rPr lang="en-US" sz="1400" dirty="0">
                <a:sym typeface="Wingdings" panose="05000000000000000000" pitchFamily="2" charset="2"/>
              </a:rPr>
              <a:t>  </a:t>
            </a:r>
            <a:r>
              <a:rPr lang="en-US" dirty="0"/>
              <a:t>Clean Text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Count Everything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 </a:t>
            </a:r>
            <a:r>
              <a:rPr lang="en-US" dirty="0"/>
              <a:t>Show Results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Splits Text:</a:t>
            </a:r>
            <a:r>
              <a:rPr lang="en-US" dirty="0"/>
              <a:t> Divides sentences using full stops and words using spaces.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Counts Words:</a:t>
            </a:r>
            <a:r>
              <a:rPr lang="en-US" dirty="0"/>
              <a:t> Uses Python lists and dictionaries to count numbers fast.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Cleans Up:</a:t>
            </a:r>
            <a:r>
              <a:rPr lang="en-US" dirty="0"/>
              <a:t> Removes common words so you see only important words.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fast and saves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100% accurate results with no manual errors.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python-word-counter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Understood the problem and planned the project steps.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Wrote the simple Python code using split and dict.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Tested the code with different texts.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82536-21DC-2A18-4C8B-B7EE89F3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235172"/>
            <a:ext cx="4162090" cy="31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Phase 2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82EE-C1B7-C067-D61F-DEE42A39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9D42-6F91-2E75-9E73-785BA9B5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3A21B-D6BC-68C2-A814-227275C7A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4431983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character counting</a:t>
            </a:r>
            <a:r>
              <a:rPr lang="en-US" dirty="0"/>
              <a:t> 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sentence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paragraph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unique word counting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word frequency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most frequent word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empty input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</a:t>
            </a:r>
            <a:r>
              <a:rPr lang="en-US" b="1" dirty="0"/>
              <a:t>output design</a:t>
            </a:r>
            <a:r>
              <a:rPr lang="en-US" dirty="0"/>
              <a:t>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E1351-847D-11DD-8882-44B3698C37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22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DE42-3D8C-004E-D78C-CE790DC1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EEDB-075A-C07E-8148-20BCED4D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6C4DA-C322-813B-1816-4FA72FC32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763" y="1219200"/>
            <a:ext cx="7471409" cy="4154984"/>
          </a:xfrm>
        </p:spPr>
        <p:txBody>
          <a:bodyPr/>
          <a:lstStyle/>
          <a:p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Created the Word Counter program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word counting logic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character and sentence counting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paragraph counting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word frequency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Tested the program with different texts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final output 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694D1-5546-1949-CA13-9AD272D500F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17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CB09-C6F2-70DC-3C2F-65776E54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9760-A1C5-0602-406D-C866D373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527A19-4E0B-11CB-BAA1-E6015DC447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CC5A9-9EB3-D313-98DB-D8B4FC80DF6C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EBFC569-DEB8-1C9B-57E5-6E9EFB42F4BF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3A8FAA-D74B-4625-4FDA-6D1987300EB2}"/>
              </a:ext>
            </a:extLst>
          </p:cNvPr>
          <p:cNvSpPr/>
          <p:nvPr/>
        </p:nvSpPr>
        <p:spPr>
          <a:xfrm>
            <a:off x="2867024" y="1702393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 </a:t>
            </a:r>
            <a:r>
              <a:rPr lang="en-US" sz="1600" dirty="0">
                <a:solidFill>
                  <a:schemeClr val="tx1"/>
                </a:solidFill>
              </a:rPr>
              <a:t>Enter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2EB15-5FF1-4F65-1B5D-9173E84CC585}"/>
              </a:ext>
            </a:extLst>
          </p:cNvPr>
          <p:cNvSpPr/>
          <p:nvPr/>
        </p:nvSpPr>
        <p:spPr>
          <a:xfrm>
            <a:off x="3176193" y="2302351"/>
            <a:ext cx="2529750" cy="4301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Count Words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C9498-C79D-1102-3DBD-5320EB6F5268}"/>
              </a:ext>
            </a:extLst>
          </p:cNvPr>
          <p:cNvSpPr/>
          <p:nvPr/>
        </p:nvSpPr>
        <p:spPr>
          <a:xfrm>
            <a:off x="3079431" y="3027973"/>
            <a:ext cx="2661286" cy="324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Count Characters</a:t>
            </a: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5D0937-DDB9-7FD7-2343-C6D20A2796F4}"/>
              </a:ext>
            </a:extLst>
          </p:cNvPr>
          <p:cNvSpPr/>
          <p:nvPr/>
        </p:nvSpPr>
        <p:spPr>
          <a:xfrm>
            <a:off x="2408016" y="3620403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      </a:t>
            </a:r>
            <a:r>
              <a:rPr lang="en-US" sz="1600" dirty="0">
                <a:solidFill>
                  <a:schemeClr val="tx1"/>
                </a:solidFill>
              </a:rPr>
              <a:t>Count Sentences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5DDC8-A919-12C3-F468-9D245205722C}"/>
              </a:ext>
            </a:extLst>
          </p:cNvPr>
          <p:cNvSpPr/>
          <p:nvPr/>
        </p:nvSpPr>
        <p:spPr>
          <a:xfrm>
            <a:off x="2893378" y="4327469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Find Word Frequency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A71751-7EBF-C25E-124D-2B0C7B6B4F4A}"/>
              </a:ext>
            </a:extLst>
          </p:cNvPr>
          <p:cNvSpPr/>
          <p:nvPr/>
        </p:nvSpPr>
        <p:spPr>
          <a:xfrm>
            <a:off x="3928744" y="5679722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0C20AB-73F7-B979-AD3A-CE06E6D82C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10074" y="1380015"/>
            <a:ext cx="26354" cy="322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FA1268-F772-D5B9-FA04-81654281DE22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03980" y="2083393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9224BC-D885-1F66-968A-FF77338E0448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EFB635-FC54-9970-8AB5-9A1D28AE29FE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C3B127-2552-DF6A-87AE-C4DD851E54C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86957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E14D63-1089-5C8E-D17D-CF736CC01274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4FAD5BC6-7F24-EA29-10C2-2DB573BA1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68" y="5365180"/>
            <a:ext cx="155455" cy="36579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C644C6D-5BBA-6742-5BC4-D1688285A7F6}"/>
              </a:ext>
            </a:extLst>
          </p:cNvPr>
          <p:cNvSpPr/>
          <p:nvPr/>
        </p:nvSpPr>
        <p:spPr>
          <a:xfrm>
            <a:off x="3198779" y="4929101"/>
            <a:ext cx="2438400" cy="43607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Show Result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63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69B7-A2DF-DDBC-BB45-D8783700D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ACFC-0380-7436-B352-EBD9C9AB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9C763-7967-7E86-8042-52723331E6D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5C153-B026-ADE8-DF5C-6BAC5D4FC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9" y="1066800"/>
            <a:ext cx="6721422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10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F6ED-CF94-4479-D60C-5839007A5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A89D6-B42F-D52E-ACE7-5D534E2E69B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CCE78-BEB4-5AFF-8B31-C35BF075F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78122"/>
            <a:ext cx="7170698" cy="515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3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A325-FB05-49F6-280F-670B98BC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422AC-1A29-109A-0554-4D15B6D9C5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E943D8-14FE-C0D1-D5D3-61F42FE0D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3400"/>
            <a:ext cx="7620000" cy="54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13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DB563-9727-3AF5-7F92-81B66F64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D835-7718-8BDD-5BCC-384C44CB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u="sng" dirty="0"/>
              <a:t>Output</a:t>
            </a:r>
            <a:endParaRPr lang="en-US" b="1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FE776-89F5-F007-110B-F1167B9C29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48784-4D84-E8CD-75AF-61D9002EA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28" y="990599"/>
            <a:ext cx="6008371" cy="49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9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27A-75AA-8688-1B44-5E773F66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774E-7D1D-4564-6C3E-38C5563C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44D9B-0EC4-AB11-546B-AE678346A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502682"/>
            <a:ext cx="7471409" cy="2215991"/>
          </a:xfrm>
        </p:spPr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Word Counter</a:t>
            </a:r>
            <a:r>
              <a:rPr lang="en-US" dirty="0"/>
              <a:t> is a simple and useful Python project.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helps us </a:t>
            </a:r>
            <a:r>
              <a:rPr lang="en-US" b="1" dirty="0"/>
              <a:t>count words, characters and sentences easily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also helps us find </a:t>
            </a:r>
            <a:r>
              <a:rPr lang="en-US" b="1" dirty="0"/>
              <a:t>repeated words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This project helped us learn </a:t>
            </a:r>
            <a:r>
              <a:rPr lang="en-US" b="1" dirty="0"/>
              <a:t>Python basics and text processing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A153E-B53C-562D-7402-1A4952D9318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622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9C1E-1A19-5508-2903-27F8DE85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48067E89-D011-C4B9-86CA-E3FC4F340084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US" sz="4800" b="1" dirty="0">
                <a:solidFill>
                  <a:schemeClr val="accent5">
                    <a:lumMod val="50000"/>
                  </a:schemeClr>
                </a:solidFill>
                <a:latin typeface="Arial"/>
              </a:rPr>
              <a:t>Thank you</a:t>
            </a:r>
            <a:endParaRPr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2A3C456F-6E72-0E50-FBCA-30C263DEAE29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44168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</TotalTime>
  <Words>787</Words>
  <Application>Microsoft Office PowerPoint</Application>
  <PresentationFormat>On-screen Show (4:3)</PresentationFormat>
  <Paragraphs>159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 Word Counter”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  <vt:lpstr>Improvements</vt:lpstr>
      <vt:lpstr>My Contribution</vt:lpstr>
      <vt:lpstr>   Flowchart/pseudocode</vt:lpstr>
      <vt:lpstr> Code</vt:lpstr>
      <vt:lpstr>PowerPoint Presentation</vt:lpstr>
      <vt:lpstr>PowerPoint Presentation</vt:lpstr>
      <vt:lpstr>Output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214</cp:revision>
  <dcterms:created xsi:type="dcterms:W3CDTF">2021-03-08T15:20:31Z</dcterms:created>
  <dcterms:modified xsi:type="dcterms:W3CDTF">2026-09-21T16:29:27Z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