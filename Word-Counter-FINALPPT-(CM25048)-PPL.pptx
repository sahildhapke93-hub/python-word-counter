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95" r:id="rId2"/>
    <p:sldId id="374" r:id="rId3"/>
    <p:sldId id="375" r:id="rId4"/>
    <p:sldId id="376" r:id="rId5"/>
    <p:sldId id="377" r:id="rId6"/>
    <p:sldId id="373" r:id="rId7"/>
    <p:sldId id="378" r:id="rId8"/>
    <p:sldId id="379" r:id="rId9"/>
    <p:sldId id="380" r:id="rId10"/>
    <p:sldId id="372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8" r:id="rId28"/>
    <p:sldId id="399" r:id="rId29"/>
    <p:sldId id="389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Q" initials="L" lastIdx="1" clrIdx="0">
    <p:extLst>
      <p:ext uri="{19B8F6BF-5375-455C-9EA6-DF929625EA0E}">
        <p15:presenceInfo xmlns:p15="http://schemas.microsoft.com/office/powerpoint/2012/main" userId="LO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20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5C1C8-45B6-47AD-A260-D6675145E30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45C92-C1F7-4030-B515-3A52A433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2848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F1233-0ABC-4AAE-AB53-D76AF6A9EC98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FAE99-2354-43A9-B741-C174AEC3E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97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42F-1CBF-4C6A-B882-9D2111338B27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1B3E-447D-4E1C-8947-BD55B1F89A0A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53B-E317-4FB2-8A8D-871B2784CE10}" type="datetime1">
              <a:rPr lang="en-US" smtClean="0"/>
              <a:t>10/15/2026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3EB6-EEF9-4730-B39F-C1E9EC0E2379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6A69-E8A8-4719-9000-213BF16B839B}" type="datetime1">
              <a:rPr lang="en-US" smtClean="0"/>
              <a:t>10/15/2026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344">
            <a:solidFill>
              <a:srgbClr val="7A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300D4-36A4-4C00-9038-1A5D5B872909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Word Counter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Sahil </a:t>
            </a:r>
            <a:r>
              <a:rPr lang="en-I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Dhapke</a:t>
            </a: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[CM25048]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Suchita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Meshkar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8575" y="3286617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352800" y="6477000"/>
            <a:ext cx="5637530" cy="2154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400" b="1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BAB-5BA1-CFF1-888A-00EB381D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56E2-805C-50A3-7FD5-A1AA3FA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533400"/>
            <a:ext cx="7802880" cy="738664"/>
          </a:xfrm>
        </p:spPr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3B38D-C3A3-1E45-97CA-375FB3F3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05" y="1371600"/>
            <a:ext cx="7471409" cy="3046988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Counting words and letters by hand takes too much time.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make mistakes when counting long paragraphs manually.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to see which words are repeated again and again.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words like </a:t>
            </a:r>
            <a:r>
              <a:rPr lang="en-US" i="1" dirty="0"/>
              <a:t>is</a:t>
            </a:r>
            <a:r>
              <a:rPr lang="en-US" dirty="0"/>
              <a:t>, </a:t>
            </a:r>
            <a:r>
              <a:rPr lang="en-US" i="1" dirty="0"/>
              <a:t>the</a:t>
            </a:r>
            <a:r>
              <a:rPr lang="en-US" dirty="0"/>
              <a:t>, and </a:t>
            </a:r>
            <a:r>
              <a:rPr lang="en-US" i="1" dirty="0" err="1"/>
              <a:t>and</a:t>
            </a:r>
            <a:r>
              <a:rPr lang="en-US" dirty="0"/>
              <a:t> make the count confusing.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fast Python program to count everything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BE6D-C41B-A4B2-9041-18E0C65235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4945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575C-6BD6-7BCE-8917-E5B0FB0B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AC6C-F3DD-688F-7001-D7DDAFAD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685800"/>
            <a:ext cx="7802880" cy="369332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u="sng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2033-8BC6-6E98-4874-C4754690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752600"/>
            <a:ext cx="7471409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build a simple tool that counts words and letters instantly.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count paragraphs and sentences in any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count unique (different)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find and show the most repeated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users type text or load a .txt file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9456-9B61-EBDA-E596-862E207E7AA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6469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5FFF-D19A-3FF8-5DD9-48672D16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1E-3D25-1996-821D-911CE214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3" y="573661"/>
            <a:ext cx="7802880" cy="369332"/>
          </a:xfrm>
        </p:spPr>
        <p:txBody>
          <a:bodyPr/>
          <a:lstStyle/>
          <a:p>
            <a:r>
              <a:rPr lang="en-US" u="sng" dirty="0"/>
              <a:t>  </a:t>
            </a:r>
            <a:r>
              <a:rPr lang="en-US" b="1" u="sng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9636-CD36-82B3-BCB4-75F5DA07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63" y="1113693"/>
            <a:ext cx="7471409" cy="498598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to type text or choose a text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and save the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 the text into lines, sentences, and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common words like </a:t>
            </a:r>
            <a:r>
              <a:rPr lang="en-US" i="1" dirty="0"/>
              <a:t>is</a:t>
            </a:r>
            <a:r>
              <a:rPr lang="en-US" dirty="0"/>
              <a:t> or </a:t>
            </a:r>
            <a:r>
              <a:rPr lang="en-US" i="1" dirty="0"/>
              <a:t>the</a:t>
            </a:r>
            <a:r>
              <a:rPr lang="en-US" dirty="0"/>
              <a:t> if requested.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 all letters, words, and repeated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the final numbers on the screen.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41C27-3575-FD8A-8FE0-64AC69EA3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4945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7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0010-0200-2C17-F61E-32E0CEA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C2AF-BA95-D7FC-9C10-A858C41C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2496E-C4FA-A60F-F95F-C7CC08A0BB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4945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9A56-5D1F-5884-C7BD-D1EE8C580B06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140CD75-4D57-1A01-DF63-489C6A85EDC1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70E75-6AFF-D8D1-3FE0-63521A5E9DAF}"/>
              </a:ext>
            </a:extLst>
          </p:cNvPr>
          <p:cNvSpPr/>
          <p:nvPr/>
        </p:nvSpPr>
        <p:spPr>
          <a:xfrm>
            <a:off x="2893378" y="1646380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sz="1400" dirty="0">
                <a:solidFill>
                  <a:schemeClr val="tx1"/>
                </a:solidFill>
              </a:rPr>
              <a:t>User Enters Text or Chooses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56C3E-A724-ECCC-6DD7-65F1D50ED06F}"/>
              </a:ext>
            </a:extLst>
          </p:cNvPr>
          <p:cNvSpPr/>
          <p:nvPr/>
        </p:nvSpPr>
        <p:spPr>
          <a:xfrm>
            <a:off x="2408016" y="2231802"/>
            <a:ext cx="4056824" cy="515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Break Text into Words and Sentences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0F1-367B-D8FF-BF33-2D41419F7CCD}"/>
              </a:ext>
            </a:extLst>
          </p:cNvPr>
          <p:cNvSpPr/>
          <p:nvPr/>
        </p:nvSpPr>
        <p:spPr>
          <a:xfrm>
            <a:off x="2647949" y="3021797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Remove Common Stop Words (Optional)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BD62F-A7BE-8D69-36CD-E77069A2CA19}"/>
              </a:ext>
            </a:extLst>
          </p:cNvPr>
          <p:cNvSpPr/>
          <p:nvPr/>
        </p:nvSpPr>
        <p:spPr>
          <a:xfrm>
            <a:off x="2408016" y="3586268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Count Words, Letters, and Repeated Words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7DC4D-E21E-A468-F297-BB303977B65B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Show Results on Screen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BAB616-5FA7-3B23-9D78-48D941A74865}"/>
              </a:ext>
            </a:extLst>
          </p:cNvPr>
          <p:cNvSpPr/>
          <p:nvPr/>
        </p:nvSpPr>
        <p:spPr>
          <a:xfrm>
            <a:off x="3931205" y="4922926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D5137-32AF-5D62-ACED-35DD8DC9C3A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36428" y="1380015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0B5276-DF7B-6E81-BB0B-8D848EDE11D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30334" y="2027380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44D82E-F361-8EA9-39F1-B3A52EF3EC09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3CF781-7734-FE0A-1B2F-85B237808ABD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9E7498-9C4F-8AB0-6921-FDC2F36BE8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FB7FAD-DB57-A092-1881-06B668EABD50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9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Understanding of Python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5707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F8512A-1A41-9B94-EEEF-55038619E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371600"/>
            <a:ext cx="3733800" cy="386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2E5A-693D-7A9F-305F-37709C7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77A-8023-E924-763E-C23E180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How it works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5FD-D627-BAEA-C3CA-9934E9B1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415498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Simple Flow:</a:t>
            </a:r>
          </a:p>
          <a:p>
            <a:endParaRPr lang="en-US" dirty="0"/>
          </a:p>
          <a:p>
            <a:r>
              <a:rPr lang="en-US" dirty="0"/>
              <a:t>User Text  </a:t>
            </a:r>
            <a:r>
              <a:rPr lang="en-US" sz="1400" dirty="0">
                <a:sym typeface="Wingdings" panose="05000000000000000000" pitchFamily="2" charset="2"/>
              </a:rPr>
              <a:t>  </a:t>
            </a:r>
            <a:r>
              <a:rPr lang="en-US" dirty="0"/>
              <a:t>Clean Text 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 </a:t>
            </a:r>
            <a:r>
              <a:rPr lang="en-US" dirty="0"/>
              <a:t>Count Everything 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 </a:t>
            </a:r>
            <a:r>
              <a:rPr lang="en-US" dirty="0"/>
              <a:t>Show Results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How it Works: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Splits Text:</a:t>
            </a:r>
            <a:r>
              <a:rPr lang="en-US" dirty="0"/>
              <a:t> Divides sentences using full stops and words using spaces.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Counts Words:</a:t>
            </a:r>
            <a:r>
              <a:rPr lang="en-US" dirty="0"/>
              <a:t> Uses Python lists and dictionaries to count numbers fast.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Cleans Up:</a:t>
            </a:r>
            <a:r>
              <a:rPr lang="en-US" dirty="0"/>
              <a:t> Removes common words so you see only important words.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fast and saves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100% accurate results with no manual errors.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8675-034C-1AF4-B302-5183FBE67A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4945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BF0-7022-B6D0-A4F3-677A7790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C769-38B8-B22F-2B5F-728031AC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GitHub Details &amp; 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B765-7FB0-10A6-8DD7-942B3A81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2492990"/>
          </a:xfrm>
        </p:spPr>
        <p:txBody>
          <a:bodyPr/>
          <a:lstStyle/>
          <a:p>
            <a:r>
              <a:rPr lang="en-US" b="1" dirty="0"/>
              <a:t>Repository Name : </a:t>
            </a:r>
            <a:r>
              <a:rPr lang="en-US" dirty="0"/>
              <a:t>python-word-counter</a:t>
            </a:r>
          </a:p>
          <a:p>
            <a:endParaRPr lang="en-US" dirty="0"/>
          </a:p>
          <a:p>
            <a:r>
              <a:rPr lang="en-US" b="1" dirty="0"/>
              <a:t>My Contribution: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Understood the problem and planned the project steps.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Wrote the simple Python code using split and dict.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Tested the code with different texts.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Created the GitHub repo and made this presentation.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F88D-625D-0D5D-26EF-200280B304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5707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6B0F-53FA-62AD-C2EC-E712AEBE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0AAB-CC70-FBFA-4C02-C86E401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57200"/>
            <a:ext cx="7802880" cy="369332"/>
          </a:xfrm>
        </p:spPr>
        <p:txBody>
          <a:bodyPr/>
          <a:lstStyle/>
          <a:p>
            <a:r>
              <a:rPr lang="en-US" b="1" u="sng" dirty="0"/>
              <a:t>Result / Expected Output</a:t>
            </a: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4F9B-E5B0-17DE-01BF-057FCC5429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69" y="6458416"/>
            <a:ext cx="4618021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82536-21DC-2A18-4C8B-B7EE89F31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235172"/>
            <a:ext cx="4162090" cy="31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US" sz="4800" b="1" dirty="0">
                <a:solidFill>
                  <a:schemeClr val="accent5">
                    <a:lumMod val="50000"/>
                  </a:schemeClr>
                </a:solidFill>
                <a:latin typeface="Arial"/>
              </a:rPr>
              <a:t>Phase 2</a:t>
            </a:r>
            <a:endParaRPr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/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82EE-C1B7-C067-D61F-DEE42A39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9D42-6F91-2E75-9E73-785BA9B5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3A21B-D6BC-68C2-A814-227275C7A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4431983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character counting</a:t>
            </a:r>
            <a:r>
              <a:rPr lang="en-US" dirty="0"/>
              <a:t>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sentence counting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paragraph counting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unique word counting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word frequency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most frequent word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empty input checking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Improved the </a:t>
            </a:r>
            <a:r>
              <a:rPr lang="en-US" b="1" dirty="0"/>
              <a:t>output design</a:t>
            </a:r>
            <a:r>
              <a:rPr lang="en-US" dirty="0"/>
              <a:t>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E1351-847D-11DD-8882-44B3698C37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7231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228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DE42-3D8C-004E-D78C-CE790DC1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EEDB-075A-C07E-8148-20BCED4D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6C4DA-C322-813B-1816-4FA72FC32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763" y="1219200"/>
            <a:ext cx="7471409" cy="4154984"/>
          </a:xfrm>
        </p:spPr>
        <p:txBody>
          <a:bodyPr/>
          <a:lstStyle/>
          <a:p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Created the Word Counter program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word counting logic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character and sentence counting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paragraph counting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word frequency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Tested the program with different texts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Improved the final output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694D1-5546-1949-CA13-9AD272D500F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5707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17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CB09-C6F2-70DC-3C2F-65776E54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9760-A1C5-0602-406D-C866D373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27A19-4E0B-11CB-BAA1-E6015DC447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613274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0CC5A9-9EB3-D313-98DB-D8B4FC80DF6C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EBFC569-DEB8-1C9B-57E5-6E9EFB42F4BF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3A8FAA-D74B-4625-4FDA-6D1987300EB2}"/>
              </a:ext>
            </a:extLst>
          </p:cNvPr>
          <p:cNvSpPr/>
          <p:nvPr/>
        </p:nvSpPr>
        <p:spPr>
          <a:xfrm>
            <a:off x="2867024" y="1702393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  </a:t>
            </a:r>
            <a:r>
              <a:rPr lang="en-US" sz="1600" dirty="0">
                <a:solidFill>
                  <a:schemeClr val="tx1"/>
                </a:solidFill>
              </a:rPr>
              <a:t>Enter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92EB15-5FF1-4F65-1B5D-9173E84CC585}"/>
              </a:ext>
            </a:extLst>
          </p:cNvPr>
          <p:cNvSpPr/>
          <p:nvPr/>
        </p:nvSpPr>
        <p:spPr>
          <a:xfrm>
            <a:off x="3176193" y="2302351"/>
            <a:ext cx="2529750" cy="4301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Count Words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C9498-C79D-1102-3DBD-5320EB6F5268}"/>
              </a:ext>
            </a:extLst>
          </p:cNvPr>
          <p:cNvSpPr/>
          <p:nvPr/>
        </p:nvSpPr>
        <p:spPr>
          <a:xfrm>
            <a:off x="3079431" y="3027973"/>
            <a:ext cx="2661286" cy="324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Count Characters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5D0937-DDB9-7FD7-2343-C6D20A2796F4}"/>
              </a:ext>
            </a:extLst>
          </p:cNvPr>
          <p:cNvSpPr/>
          <p:nvPr/>
        </p:nvSpPr>
        <p:spPr>
          <a:xfrm>
            <a:off x="2408016" y="3620403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       </a:t>
            </a:r>
            <a:r>
              <a:rPr lang="en-US" sz="1600" dirty="0">
                <a:solidFill>
                  <a:schemeClr val="tx1"/>
                </a:solidFill>
              </a:rPr>
              <a:t>Count Sentences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5DDC8-A919-12C3-F468-9D245205722C}"/>
              </a:ext>
            </a:extLst>
          </p:cNvPr>
          <p:cNvSpPr/>
          <p:nvPr/>
        </p:nvSpPr>
        <p:spPr>
          <a:xfrm>
            <a:off x="2893378" y="4327469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Find Word Frequency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A71751-7EBF-C25E-124D-2B0C7B6B4F4A}"/>
              </a:ext>
            </a:extLst>
          </p:cNvPr>
          <p:cNvSpPr/>
          <p:nvPr/>
        </p:nvSpPr>
        <p:spPr>
          <a:xfrm>
            <a:off x="3928744" y="5679722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0C20AB-73F7-B979-AD3A-CE06E6D82CE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410074" y="1380015"/>
            <a:ext cx="26354" cy="322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FA1268-F772-D5B9-FA04-81654281DE22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03980" y="2083393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9224BC-D885-1F66-968A-FF77338E0448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EFB635-FC54-9970-8AB5-9A1D28AE29FE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9C3B127-2552-DF6A-87AE-C4DD851E54C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86957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8E14D63-1089-5C8E-D17D-CF736CC01274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4FAD5BC6-7F24-EA29-10C2-2DB573BA1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968" y="5365180"/>
            <a:ext cx="155455" cy="365792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644C6D-5BBA-6742-5BC4-D1688285A7F6}"/>
              </a:ext>
            </a:extLst>
          </p:cNvPr>
          <p:cNvSpPr/>
          <p:nvPr/>
        </p:nvSpPr>
        <p:spPr>
          <a:xfrm>
            <a:off x="3198779" y="4929101"/>
            <a:ext cx="2438400" cy="43607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Show Result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563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69B7-A2DF-DDBC-BB45-D8783700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ACFC-0380-7436-B352-EBD9C9ABE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9C763-7967-7E86-8042-52723331E6D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5707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5C153-B026-ADE8-DF5C-6BAC5D4FC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" y="1066800"/>
            <a:ext cx="6721422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10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F6ED-CF94-4479-D60C-5839007A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9A89D6-B42F-D52E-ACE7-5D534E2E69B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5707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CCE78-BEB4-5AFF-8B31-C35BF075F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778122"/>
            <a:ext cx="7170698" cy="515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23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FA325-FB05-49F6-280F-670B98BC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422AC-1A29-109A-0554-4D15B6D9C50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7993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E943D8-14FE-C0D1-D5D3-61F42FE0D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33400"/>
            <a:ext cx="7620000" cy="54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13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DB563-9727-3AF5-7F92-81B66F64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D835-7718-8BDD-5BCC-384C44CB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u="sng" dirty="0"/>
              <a:t>Output</a:t>
            </a:r>
            <a:endParaRPr lang="en-US" b="1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FE776-89F5-F007-110B-F1167B9C29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7231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48784-4D84-E8CD-75AF-61D9002EA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8" y="990599"/>
            <a:ext cx="6008371" cy="49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9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527A-75AA-8688-1B44-5E773F66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774E-7D1D-4564-6C3E-38C5563C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44D9B-0EC4-AB11-546B-AE678346A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502682"/>
            <a:ext cx="7471409" cy="2215991"/>
          </a:xfrm>
        </p:spPr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Word Counter</a:t>
            </a:r>
            <a:r>
              <a:rPr lang="en-US" dirty="0"/>
              <a:t> is a simple and useful Python project.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It helps us </a:t>
            </a:r>
            <a:r>
              <a:rPr lang="en-US" b="1" dirty="0"/>
              <a:t>count words, characters and sentences easily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It also helps us find </a:t>
            </a:r>
            <a:r>
              <a:rPr lang="en-US" b="1" dirty="0"/>
              <a:t>repeated words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This project helped us learn </a:t>
            </a:r>
            <a:r>
              <a:rPr lang="en-US" b="1" dirty="0"/>
              <a:t>Python basics and text processing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CA153E-B53C-562D-7402-1A4952D9318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7231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622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1272-41B4-AE68-4755-A1E20FEB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C59DD08D-0498-39A3-0580-3361A920C3E8}"/>
              </a:ext>
            </a:extLst>
          </p:cNvPr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US" sz="4800" b="1" dirty="0">
                <a:solidFill>
                  <a:schemeClr val="accent5">
                    <a:lumMod val="50000"/>
                  </a:schemeClr>
                </a:solidFill>
                <a:latin typeface="Arial"/>
              </a:rPr>
              <a:t>Phase 3</a:t>
            </a:r>
            <a:endParaRPr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CF93C303-0016-FB30-AEE6-DC415A7B71CD}"/>
              </a:ext>
            </a:extLst>
          </p:cNvPr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214251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B099-782D-058B-DA90-C1E6A75C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DC92-818E-24AC-A51D-05A021F4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11F64-804D-3765-2C26-4B10090FB87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4183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4D20E-AE2E-BD6B-8B23-E025F2744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08712"/>
            <a:ext cx="7224340" cy="506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93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04060-5539-CE3D-F28C-52505FE1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E2AE3-95CD-A108-6B0D-D1318B3C54C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8755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F57AD-FACD-8EC6-319C-2E2BC332C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81" y="944664"/>
            <a:ext cx="6652837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06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9E3D-BEB8-19D1-E9DF-F49160AA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92282-6E0E-E152-F0AB-24214BE872E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8755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F563C-BDA0-83A4-224E-ACDD27343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60" y="1066800"/>
            <a:ext cx="6447079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27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1B27-1D6C-9028-9139-EEDAE583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5FE88-40B7-BCF6-9E38-53120E9CB4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6469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4FB609-FEA4-2239-FFAF-A8230594A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69" y="925613"/>
            <a:ext cx="7178662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0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955A-6D22-76D4-F2A7-B44CC8B7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51D5A-DA6F-47BA-C6CD-CF3665CB42C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5707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A5A12-1199-296D-AF60-5C9410ABE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56" y="940854"/>
            <a:ext cx="7483488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50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737E-E932-D068-6A67-F4645D58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D605E-0741-719F-03CF-FDD1BFC3F83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4723130" cy="2471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9F72D1-B1B9-3CF9-059F-DE5C39B37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996" y="1230439"/>
            <a:ext cx="6790008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659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11678-94E9-CD7C-EF42-B6A4F1F34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A8E5-E236-E430-A46E-BDC73B8AC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OUTPUT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42A53-9059-FF10-D04E-2CA80FAFCE2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6469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D4A71-A5DB-0F17-F549-FB9A8FA97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52" y="1066800"/>
            <a:ext cx="8439096" cy="496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40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6CF1-672E-C22D-A168-DE87C920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59EC-887E-E0C7-7145-2EB81969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Phase 3 – Improvements Made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A8BB8-801B-EF3F-1614-8B00309F7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978932"/>
            <a:ext cx="7471409" cy="6093976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the Word Counter using Python.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 user-friendly interface using </a:t>
            </a:r>
            <a:r>
              <a:rPr lang="en-US" dirty="0" err="1"/>
              <a:t>Tkinter</a:t>
            </a:r>
            <a:r>
              <a:rPr lang="en-US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an option to enter and analyze text.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word and character counting.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sentence and paragraph counting.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unique word and repeated word detection.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 list of the ten most frequently used words.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estimated reading time.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an option to open text files.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an option to save the analysis report.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 clear button to reset the input and results.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input validation and error handling.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Tested the program with different text inputs.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1ABE9-82A8-FF4A-3879-F9495FBBDA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2270" y="6458417"/>
            <a:ext cx="4723130" cy="170984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137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B991-2473-20B7-C68E-B2A6104D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D923-708B-48CD-EC38-9471D5FB2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10018-782D-B77D-9CA6-06FFCFD8A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420758"/>
            <a:ext cx="7471409" cy="4016484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Tkinter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 module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collections.Counter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math module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Functions and loops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Conditional statements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File handling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14BA6-82E5-617A-C3C7-2B39BEA607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1000" y="6477000"/>
            <a:ext cx="5310378" cy="228600"/>
          </a:xfrm>
        </p:spPr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 dirty="0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303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9C1E-1A19-5508-2903-27F8DE85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48067E89-D011-C4B9-86CA-E3FC4F340084}"/>
              </a:ext>
            </a:extLst>
          </p:cNvPr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US" sz="4800" b="1" dirty="0">
                <a:solidFill>
                  <a:schemeClr val="accent5">
                    <a:lumMod val="50000"/>
                  </a:schemeClr>
                </a:solidFill>
                <a:latin typeface="Arial"/>
              </a:rPr>
              <a:t>Thank you</a:t>
            </a:r>
            <a:endParaRPr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2A3C456F-6E72-0E50-FBCA-30C263DEAE29}"/>
              </a:ext>
            </a:extLst>
          </p:cNvPr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441680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1263</TotalTime>
  <Words>1031</Words>
  <Application>Microsoft Office PowerPoint</Application>
  <PresentationFormat>On-screen Show (4:3)</PresentationFormat>
  <Paragraphs>196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</vt:lpstr>
      <vt:lpstr>Times New Roman</vt:lpstr>
      <vt:lpstr>Wingdings</vt:lpstr>
      <vt:lpstr>Office Theme</vt:lpstr>
      <vt:lpstr>Experiential Learning Project Assessment-I on “ Word Counter” under the course Python Programming Language (N-PCCCM304P) </vt:lpstr>
      <vt:lpstr>Problem statement </vt:lpstr>
      <vt:lpstr>  Objectives</vt:lpstr>
      <vt:lpstr>  Algorithm</vt:lpstr>
      <vt:lpstr>   Flowchart/pseudocode</vt:lpstr>
      <vt:lpstr> Understanding of Python logic</vt:lpstr>
      <vt:lpstr>How it works &amp; benefits</vt:lpstr>
      <vt:lpstr>GitHub Details &amp; My Contribution</vt:lpstr>
      <vt:lpstr>Result / Expected Output</vt:lpstr>
      <vt:lpstr>PowerPoint Presentation</vt:lpstr>
      <vt:lpstr>Improvements</vt:lpstr>
      <vt:lpstr>My Contribution</vt:lpstr>
      <vt:lpstr>   Flowchart/pseudocode</vt:lpstr>
      <vt:lpstr> Code</vt:lpstr>
      <vt:lpstr>PowerPoint Presentation</vt:lpstr>
      <vt:lpstr>PowerPoint Presentation</vt:lpstr>
      <vt:lpstr>Output</vt:lpstr>
      <vt:lpstr>Conclusion</vt:lpstr>
      <vt:lpstr>PowerPoint Presentation</vt:lpstr>
      <vt:lpstr>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OUTPUT :</vt:lpstr>
      <vt:lpstr>Phase 3 – Improvements Made</vt:lpstr>
      <vt:lpstr>Technologies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MRS. MAYURI GETME</dc:creator>
  <cp:lastModifiedBy>LOQ</cp:lastModifiedBy>
  <cp:revision>215</cp:revision>
  <dcterms:created xsi:type="dcterms:W3CDTF">2021-03-08T15:20:31Z</dcterms:created>
  <dcterms:modified xsi:type="dcterms:W3CDTF">2026-10-15T14:39:20Z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